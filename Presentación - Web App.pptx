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K Grotesk Semi-Bold" panose="020B0604020202020204" charset="0"/>
      <p:regular r:id="rId8"/>
    </p:embeddedFont>
    <p:embeddedFont>
      <p:font typeface="Noto Serif Display ExtraCondensed" panose="020B0604020202020204"/>
      <p:regular r:id="rId9"/>
    </p:embeddedFont>
    <p:embeddedFont>
      <p:font typeface="Noto Serif Display ExtraCondensed Bold" panose="020B0604020202020204"/>
      <p:regular r:id="rId10"/>
    </p:embeddedFont>
    <p:embeddedFont>
      <p:font typeface="Noto Serif Display ExtraCondensed Light" panose="020B0604020202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04548" y="1055781"/>
            <a:ext cx="9605615" cy="6603860"/>
          </a:xfrm>
          <a:custGeom>
            <a:avLst/>
            <a:gdLst/>
            <a:ahLst/>
            <a:cxnLst/>
            <a:rect l="l" t="t" r="r" b="b"/>
            <a:pathLst>
              <a:path w="9605615" h="6603860">
                <a:moveTo>
                  <a:pt x="0" y="0"/>
                </a:moveTo>
                <a:lnTo>
                  <a:pt x="9605615" y="0"/>
                </a:lnTo>
                <a:lnTo>
                  <a:pt x="9605615" y="6603861"/>
                </a:lnTo>
                <a:lnTo>
                  <a:pt x="0" y="6603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3" name="TextBox 3"/>
          <p:cNvSpPr txBox="1"/>
          <p:nvPr/>
        </p:nvSpPr>
        <p:spPr>
          <a:xfrm>
            <a:off x="256031" y="3548768"/>
            <a:ext cx="7477075" cy="343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0"/>
              </a:lnSpc>
            </a:pPr>
            <a:r>
              <a:rPr lang="en-US" sz="8850" b="1" spc="-177">
                <a:solidFill>
                  <a:srgbClr val="FFFFFF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Proyecto Final </a:t>
            </a:r>
          </a:p>
          <a:p>
            <a:pPr marL="0" lvl="0" indent="0" algn="ctr">
              <a:lnSpc>
                <a:spcPts val="8850"/>
              </a:lnSpc>
            </a:pPr>
            <a:r>
              <a:rPr lang="en-US" sz="8850" b="1" spc="-177">
                <a:solidFill>
                  <a:srgbClr val="FFFFFF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App web Agendar tareas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76275"/>
            <a:ext cx="2753549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>
                <a:solidFill>
                  <a:srgbClr val="FFFFFF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Desarrollo de 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software IV-8397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767763"/>
            <a:ext cx="4249361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Estudiante</a:t>
            </a:r>
            <a:r>
              <a:rPr lang="en-US" sz="2999">
                <a:solidFill>
                  <a:srgbClr val="FFFFFF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: Jonathan Lasso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37039" y="8767763"/>
            <a:ext cx="274996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Prof. Regis Rivera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4" name="Freeform 4"/>
          <p:cNvSpPr/>
          <p:nvPr/>
        </p:nvSpPr>
        <p:spPr>
          <a:xfrm>
            <a:off x="2756598" y="1771650"/>
            <a:ext cx="5419450" cy="6579979"/>
          </a:xfrm>
          <a:custGeom>
            <a:avLst/>
            <a:gdLst/>
            <a:ahLst/>
            <a:cxnLst/>
            <a:rect l="l" t="t" r="r" b="b"/>
            <a:pathLst>
              <a:path w="5419450" h="6579979">
                <a:moveTo>
                  <a:pt x="0" y="0"/>
                </a:moveTo>
                <a:lnTo>
                  <a:pt x="5419450" y="0"/>
                </a:lnTo>
                <a:lnTo>
                  <a:pt x="5419450" y="6579979"/>
                </a:lnTo>
                <a:lnTo>
                  <a:pt x="0" y="657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Freeform 5"/>
          <p:cNvSpPr/>
          <p:nvPr/>
        </p:nvSpPr>
        <p:spPr>
          <a:xfrm>
            <a:off x="9650685" y="1771650"/>
            <a:ext cx="5905840" cy="6579979"/>
          </a:xfrm>
          <a:custGeom>
            <a:avLst/>
            <a:gdLst/>
            <a:ahLst/>
            <a:cxnLst/>
            <a:rect l="l" t="t" r="r" b="b"/>
            <a:pathLst>
              <a:path w="5905840" h="6579979">
                <a:moveTo>
                  <a:pt x="0" y="0"/>
                </a:moveTo>
                <a:lnTo>
                  <a:pt x="5905840" y="0"/>
                </a:lnTo>
                <a:lnTo>
                  <a:pt x="5905840" y="6579979"/>
                </a:lnTo>
                <a:lnTo>
                  <a:pt x="0" y="6579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6" name="TextBox 6"/>
          <p:cNvSpPr txBox="1"/>
          <p:nvPr/>
        </p:nvSpPr>
        <p:spPr>
          <a:xfrm>
            <a:off x="849109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Proyecto Final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55024" y="895350"/>
            <a:ext cx="968275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9"/>
              </a:lnSpc>
            </a:pPr>
            <a:r>
              <a:rPr lang="en-US" sz="43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Diagrama de arquitectura de alto nivel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3520" y="57150"/>
            <a:ext cx="3890280" cy="400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App Web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Agendar</a:t>
            </a: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tareas</a:t>
            </a:r>
            <a:endParaRPr lang="en-US" sz="3000" spc="-60" dirty="0">
              <a:solidFill>
                <a:srgbClr val="FFFFFF"/>
              </a:solidFill>
              <a:latin typeface="Noto Serif Display ExtraCondensed Light"/>
              <a:ea typeface="Noto Serif Display ExtraCondensed Light"/>
              <a:cs typeface="Noto Serif Display ExtraCondensed Light"/>
              <a:sym typeface="Noto Serif Display ExtraCondense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788722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5363" y="8647802"/>
            <a:ext cx="661441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9"/>
              </a:lnSpc>
            </a:pPr>
            <a:r>
              <a:rPr lang="en-US" sz="43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Diagrama original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0" y="8647802"/>
            <a:ext cx="661441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9"/>
              </a:lnSpc>
            </a:pPr>
            <a:r>
              <a:rPr lang="en-US" sz="43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Diagrama final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4" name="Freeform 4"/>
          <p:cNvSpPr/>
          <p:nvPr/>
        </p:nvSpPr>
        <p:spPr>
          <a:xfrm>
            <a:off x="1660396" y="2771775"/>
            <a:ext cx="7286081" cy="5596555"/>
          </a:xfrm>
          <a:custGeom>
            <a:avLst/>
            <a:gdLst/>
            <a:ahLst/>
            <a:cxnLst/>
            <a:rect l="l" t="t" r="r" b="b"/>
            <a:pathLst>
              <a:path w="7286081" h="5596555">
                <a:moveTo>
                  <a:pt x="0" y="0"/>
                </a:moveTo>
                <a:lnTo>
                  <a:pt x="7286081" y="0"/>
                </a:lnTo>
                <a:lnTo>
                  <a:pt x="7286081" y="5596555"/>
                </a:lnTo>
                <a:lnTo>
                  <a:pt x="0" y="5596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Freeform 5"/>
          <p:cNvSpPr/>
          <p:nvPr/>
        </p:nvSpPr>
        <p:spPr>
          <a:xfrm>
            <a:off x="9436693" y="2771775"/>
            <a:ext cx="8184557" cy="5596555"/>
          </a:xfrm>
          <a:custGeom>
            <a:avLst/>
            <a:gdLst/>
            <a:ahLst/>
            <a:cxnLst/>
            <a:rect l="l" t="t" r="r" b="b"/>
            <a:pathLst>
              <a:path w="8184557" h="5596555">
                <a:moveTo>
                  <a:pt x="0" y="0"/>
                </a:moveTo>
                <a:lnTo>
                  <a:pt x="8184557" y="0"/>
                </a:lnTo>
                <a:lnTo>
                  <a:pt x="8184557" y="5596555"/>
                </a:lnTo>
                <a:lnTo>
                  <a:pt x="0" y="5596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6" name="TextBox 6"/>
          <p:cNvSpPr txBox="1"/>
          <p:nvPr/>
        </p:nvSpPr>
        <p:spPr>
          <a:xfrm>
            <a:off x="667345" y="1175385"/>
            <a:ext cx="1695390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Diagrama de la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9109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Proyecto Final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3520" y="57150"/>
            <a:ext cx="4042680" cy="400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App Web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Agendar</a:t>
            </a: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tareas</a:t>
            </a:r>
            <a:endParaRPr lang="en-US" sz="3000" spc="-60" dirty="0">
              <a:solidFill>
                <a:srgbClr val="FFFFFF"/>
              </a:solidFill>
              <a:latin typeface="Noto Serif Display ExtraCondensed Light"/>
              <a:ea typeface="Noto Serif Display ExtraCondensed Light"/>
              <a:cs typeface="Noto Serif Display ExtraCondensed Light"/>
              <a:sym typeface="Noto Serif Display ExtraCondense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788722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4" name="Freeform 4"/>
          <p:cNvSpPr/>
          <p:nvPr/>
        </p:nvSpPr>
        <p:spPr>
          <a:xfrm>
            <a:off x="1055776" y="3238500"/>
            <a:ext cx="8088224" cy="6009323"/>
          </a:xfrm>
          <a:custGeom>
            <a:avLst/>
            <a:gdLst/>
            <a:ahLst/>
            <a:cxnLst/>
            <a:rect l="l" t="t" r="r" b="b"/>
            <a:pathLst>
              <a:path w="8088224" h="6009323">
                <a:moveTo>
                  <a:pt x="0" y="0"/>
                </a:moveTo>
                <a:lnTo>
                  <a:pt x="8088224" y="0"/>
                </a:lnTo>
                <a:lnTo>
                  <a:pt x="8088224" y="6009323"/>
                </a:lnTo>
                <a:lnTo>
                  <a:pt x="0" y="6009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Freeform 5"/>
          <p:cNvSpPr/>
          <p:nvPr/>
        </p:nvSpPr>
        <p:spPr>
          <a:xfrm>
            <a:off x="2773213" y="1819833"/>
            <a:ext cx="12741573" cy="1226376"/>
          </a:xfrm>
          <a:custGeom>
            <a:avLst/>
            <a:gdLst/>
            <a:ahLst/>
            <a:cxnLst/>
            <a:rect l="l" t="t" r="r" b="b"/>
            <a:pathLst>
              <a:path w="12741573" h="1226376">
                <a:moveTo>
                  <a:pt x="0" y="0"/>
                </a:moveTo>
                <a:lnTo>
                  <a:pt x="12741573" y="0"/>
                </a:lnTo>
                <a:lnTo>
                  <a:pt x="12741573" y="1226376"/>
                </a:lnTo>
                <a:lnTo>
                  <a:pt x="0" y="1226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6" name="Freeform 6"/>
          <p:cNvSpPr/>
          <p:nvPr/>
        </p:nvSpPr>
        <p:spPr>
          <a:xfrm>
            <a:off x="9829800" y="3238500"/>
            <a:ext cx="6867196" cy="5874057"/>
          </a:xfrm>
          <a:custGeom>
            <a:avLst/>
            <a:gdLst/>
            <a:ahLst/>
            <a:cxnLst/>
            <a:rect l="l" t="t" r="r" b="b"/>
            <a:pathLst>
              <a:path w="6867196" h="5874057">
                <a:moveTo>
                  <a:pt x="0" y="0"/>
                </a:moveTo>
                <a:lnTo>
                  <a:pt x="6867196" y="0"/>
                </a:lnTo>
                <a:lnTo>
                  <a:pt x="6867196" y="5874056"/>
                </a:lnTo>
                <a:lnTo>
                  <a:pt x="0" y="5874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7" name="TextBox 7"/>
          <p:cNvSpPr txBox="1"/>
          <p:nvPr/>
        </p:nvSpPr>
        <p:spPr>
          <a:xfrm>
            <a:off x="667048" y="819150"/>
            <a:ext cx="16953905" cy="110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00"/>
              </a:lnSpc>
            </a:pPr>
            <a:r>
              <a:rPr lang="en-US" sz="8300" spc="-166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Proyecto final (Modelo)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9109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Proyecto Final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3520" y="57150"/>
            <a:ext cx="4499880" cy="400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App Web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Agendar</a:t>
            </a: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tareas</a:t>
            </a:r>
            <a:endParaRPr lang="en-US" sz="3000" spc="-60" dirty="0">
              <a:solidFill>
                <a:srgbClr val="FFFFFF"/>
              </a:solidFill>
              <a:latin typeface="Noto Serif Display ExtraCondensed Light"/>
              <a:ea typeface="Noto Serif Display ExtraCondensed Light"/>
              <a:cs typeface="Noto Serif Display ExtraCondensed Light"/>
              <a:sym typeface="Noto Serif Display ExtraCondensed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788722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4" name="Freeform 4"/>
          <p:cNvSpPr/>
          <p:nvPr/>
        </p:nvSpPr>
        <p:spPr>
          <a:xfrm>
            <a:off x="9732418" y="1925328"/>
            <a:ext cx="7402243" cy="7120008"/>
          </a:xfrm>
          <a:custGeom>
            <a:avLst/>
            <a:gdLst/>
            <a:ahLst/>
            <a:cxnLst/>
            <a:rect l="l" t="t" r="r" b="b"/>
            <a:pathLst>
              <a:path w="7402243" h="7120008">
                <a:moveTo>
                  <a:pt x="0" y="0"/>
                </a:moveTo>
                <a:lnTo>
                  <a:pt x="7402243" y="0"/>
                </a:lnTo>
                <a:lnTo>
                  <a:pt x="7402243" y="7120008"/>
                </a:lnTo>
                <a:lnTo>
                  <a:pt x="0" y="7120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TextBox 5"/>
          <p:cNvSpPr txBox="1"/>
          <p:nvPr/>
        </p:nvSpPr>
        <p:spPr>
          <a:xfrm>
            <a:off x="667048" y="819150"/>
            <a:ext cx="16953905" cy="110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00"/>
              </a:lnSpc>
            </a:pPr>
            <a:r>
              <a:rPr lang="en-US" sz="8300" spc="-166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Proyecto final (Controlador)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9109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Proyecto Final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63520" y="57150"/>
            <a:ext cx="4347480" cy="400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App Web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Agendar</a:t>
            </a: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tareas</a:t>
            </a:r>
            <a:endParaRPr lang="en-US" sz="3000" spc="-60" dirty="0">
              <a:solidFill>
                <a:srgbClr val="FFFFFF"/>
              </a:solidFill>
              <a:latin typeface="Noto Serif Display ExtraCondensed Light"/>
              <a:ea typeface="Noto Serif Display ExtraCondensed Light"/>
              <a:cs typeface="Noto Serif Display ExtraCondensed Light"/>
              <a:sym typeface="Noto Serif Display ExtraCondensed Ligh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88722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5</a:t>
            </a:r>
          </a:p>
        </p:txBody>
      </p:sp>
      <p:sp>
        <p:nvSpPr>
          <p:cNvPr id="9" name="Freeform 9"/>
          <p:cNvSpPr/>
          <p:nvPr/>
        </p:nvSpPr>
        <p:spPr>
          <a:xfrm>
            <a:off x="667048" y="2823791"/>
            <a:ext cx="8476952" cy="4953200"/>
          </a:xfrm>
          <a:custGeom>
            <a:avLst/>
            <a:gdLst/>
            <a:ahLst/>
            <a:cxnLst/>
            <a:rect l="l" t="t" r="r" b="b"/>
            <a:pathLst>
              <a:path w="8476952" h="4953200">
                <a:moveTo>
                  <a:pt x="0" y="0"/>
                </a:moveTo>
                <a:lnTo>
                  <a:pt x="8476952" y="0"/>
                </a:lnTo>
                <a:lnTo>
                  <a:pt x="8476952" y="4953200"/>
                </a:lnTo>
                <a:lnTo>
                  <a:pt x="0" y="495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Box 4"/>
          <p:cNvSpPr txBox="1"/>
          <p:nvPr/>
        </p:nvSpPr>
        <p:spPr>
          <a:xfrm>
            <a:off x="667048" y="4103997"/>
            <a:ext cx="16953905" cy="1530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99"/>
              </a:lnSpc>
            </a:pPr>
            <a:r>
              <a:rPr lang="en-US" sz="11499" b="1" spc="-229">
                <a:solidFill>
                  <a:srgbClr val="FFFFFF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Pasamos a probar la App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9109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Proyecto Final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3520" y="57150"/>
            <a:ext cx="3737880" cy="400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App Web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Agendar</a:t>
            </a:r>
            <a:r>
              <a:rPr lang="en-US" sz="3000" spc="-60" dirty="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</a:t>
            </a:r>
            <a:r>
              <a:rPr lang="en-US" sz="3000" spc="-60" dirty="0" err="1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tareas</a:t>
            </a:r>
            <a:endParaRPr lang="en-US" sz="3000" spc="-60" dirty="0">
              <a:solidFill>
                <a:srgbClr val="FFFFFF"/>
              </a:solidFill>
              <a:latin typeface="Noto Serif Display ExtraCondensed Light"/>
              <a:ea typeface="Noto Serif Display ExtraCondensed Light"/>
              <a:cs typeface="Noto Serif Display ExtraCondensed Light"/>
              <a:sym typeface="Noto Serif Display ExtraCondensed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88722" y="57150"/>
            <a:ext cx="33609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3000" spc="-6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</Words>
  <Application>Microsoft Office PowerPoint</Application>
  <PresentationFormat>Personalizado</PresentationFormat>
  <Paragraphs>28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Noto Serif Display ExtraCondensed Light</vt:lpstr>
      <vt:lpstr>Noto Serif Display ExtraCondensed</vt:lpstr>
      <vt:lpstr>Calibri</vt:lpstr>
      <vt:lpstr>HK Grotesk Semi-Bold</vt:lpstr>
      <vt:lpstr>Noto Serif Display ExtraCondensed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Web App</dc:title>
  <dc:description>Presentación - Web App</dc:description>
  <cp:lastModifiedBy>JONATHAN LASSO</cp:lastModifiedBy>
  <cp:revision>3</cp:revision>
  <dcterms:created xsi:type="dcterms:W3CDTF">2006-08-16T00:00:00Z</dcterms:created>
  <dcterms:modified xsi:type="dcterms:W3CDTF">2025-12-15T22:53:48Z</dcterms:modified>
  <dc:identifier>DAG7nXdt1Eg</dc:identifier>
</cp:coreProperties>
</file>